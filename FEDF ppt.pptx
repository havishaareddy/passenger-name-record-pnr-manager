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74" r:id="rId6"/>
    <p:sldId id="275" r:id="rId7"/>
    <p:sldId id="276" r:id="rId8"/>
    <p:sldId id="277" r:id="rId9"/>
    <p:sldId id="279" r:id="rId10"/>
    <p:sldId id="278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8"/>
  </p:normalViewPr>
  <p:slideViewPr>
    <p:cSldViewPr snapToGrid="0" snapToObjects="1">
      <p:cViewPr varScale="1">
        <p:scale>
          <a:sx n="85" d="100"/>
          <a:sy n="85" d="100"/>
        </p:scale>
        <p:origin x="5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939FE9-0B2E-4997-BA24-44FF9669BA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E1028-7A43-40A3-A2EC-124FFB073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3D3C9-ED3E-4430-A8CA-03711A676035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CACB66-3B0A-415A-9449-9278044DA5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7EC22-6F70-469D-B720-84BF796C51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4CC5C-2831-4FAC-8076-6410B257E0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983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67E2B-6215-4DB6-B113-75ACD1123374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C8106-034A-47C1-ADA6-0A1F9E0E747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8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C8106-034A-47C1-ADA6-0A1F9E0E747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859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C8106-034A-47C1-ADA6-0A1F9E0E747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08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24-Apr-26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7962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40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24-Apr-26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665941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59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79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24-Apr-26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451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24-Apr-26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393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2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24-Apr-26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4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24-Apr-26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151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person with bookbag staring out over the mountains">
            <a:extLst>
              <a:ext uri="{FF2B5EF4-FFF2-40B4-BE49-F238E27FC236}">
                <a16:creationId xmlns:a16="http://schemas.microsoft.com/office/drawing/2014/main" id="{0461DC49-1338-C24E-A3BB-5919AD12F5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90301"/>
            <a:ext cx="12191999" cy="68593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4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831" y="2033058"/>
            <a:ext cx="10035822" cy="1893922"/>
          </a:xfrm>
        </p:spPr>
        <p:txBody>
          <a:bodyPr>
            <a:normAutofit/>
          </a:bodyPr>
          <a:lstStyle/>
          <a:p>
            <a:r>
              <a:rPr lang="en-GB" sz="6000" dirty="0">
                <a:solidFill>
                  <a:schemeClr val="tx2">
                    <a:lumMod val="10000"/>
                    <a:lumOff val="90000"/>
                  </a:schemeClr>
                </a:solidFill>
                <a:latin typeface="Californian FB" panose="0207040306080B030204" pitchFamily="18" charset="0"/>
              </a:rPr>
              <a:t>Passenger Name Record (PNR) Manager </a:t>
            </a:r>
            <a:endParaRPr lang="en-US" sz="6000" dirty="0">
              <a:solidFill>
                <a:schemeClr val="tx2">
                  <a:lumMod val="10000"/>
                  <a:lumOff val="90000"/>
                </a:schemeClr>
              </a:solidFill>
              <a:latin typeface="Californian FB" panose="0207040306080B0302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661E49-0788-40C2-A5B6-638ADED71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9553" y="4136590"/>
            <a:ext cx="6831673" cy="1086237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chemeClr val="tx2">
                    <a:lumMod val="10000"/>
                    <a:lumOff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✈ Airlines Domain </a:t>
            </a:r>
            <a:endParaRPr lang="en-US" sz="3200" dirty="0">
              <a:solidFill>
                <a:schemeClr val="tx2">
                  <a:lumMod val="10000"/>
                  <a:lumOff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580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CC37-3AAA-44CF-9E68-C32229D9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Project Overview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70F2-69C9-4F83-BAEB-F4DB14333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37765"/>
            <a:ext cx="9601200" cy="4029635"/>
          </a:xfrm>
        </p:spPr>
        <p:txBody>
          <a:bodyPr/>
          <a:lstStyle/>
          <a:p>
            <a:r>
              <a:rPr lang="en-US" dirty="0"/>
              <a:t>The Passenger Name Record (PNR) System is used to manage passenger booking information.</a:t>
            </a:r>
          </a:p>
          <a:p>
            <a:r>
              <a:rPr lang="en-US" dirty="0"/>
              <a:t>It is commonly used in airline reservation systems.</a:t>
            </a:r>
          </a:p>
          <a:p>
            <a:r>
              <a:rPr lang="en-US" dirty="0"/>
              <a:t>Each booking is assigned a unique PNR number for identification.</a:t>
            </a:r>
          </a:p>
          <a:p>
            <a:r>
              <a:rPr lang="en-US" dirty="0"/>
              <a:t>This number helps in quickly accessing passenger details.</a:t>
            </a:r>
          </a:p>
          <a:p>
            <a:r>
              <a:rPr lang="en-US" dirty="0"/>
              <a:t>The system stores all journey and passenger-related information.</a:t>
            </a:r>
          </a:p>
          <a:p>
            <a:r>
              <a:rPr lang="en-US" dirty="0"/>
              <a:t>It makes the booking process more organized and efficient.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17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3826B-5F59-493D-A849-954B915B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Purpose of the System:</a:t>
            </a:r>
            <a:br>
              <a:rPr lang="en-US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4EFD-94F2-473D-827A-0702D6F29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purpose is to store and manage booking details effectively.</a:t>
            </a:r>
          </a:p>
          <a:p>
            <a:r>
              <a:rPr lang="en-US" dirty="0"/>
              <a:t>It helps users easily search and retrieve PNR information.</a:t>
            </a:r>
          </a:p>
          <a:p>
            <a:r>
              <a:rPr lang="en-US" dirty="0"/>
              <a:t>The system reduces manual work and human errors.</a:t>
            </a:r>
          </a:p>
          <a:p>
            <a:r>
              <a:rPr lang="en-US" dirty="0"/>
              <a:t>It allows smooth handling of reservations and cancellations.</a:t>
            </a:r>
          </a:p>
          <a:p>
            <a:r>
              <a:rPr lang="en-US" dirty="0"/>
              <a:t>It improves overall efficiency in managing passenger data.</a:t>
            </a:r>
          </a:p>
          <a:p>
            <a:r>
              <a:rPr lang="en-US" dirty="0"/>
              <a:t>It provides a better experience for both users and administrators.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3192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B03D-95D1-49F2-BBB3-DBCE3DD2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Features:</a:t>
            </a:r>
            <a:br>
              <a:rPr lang="en-US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1704-2011-4EFB-97A3-95EAF3235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7083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Users can search PNR using a unique identification number.</a:t>
            </a:r>
          </a:p>
          <a:p>
            <a:r>
              <a:rPr lang="en-US" dirty="0"/>
              <a:t>They can view complete booking and journey details.</a:t>
            </a:r>
          </a:p>
          <a:p>
            <a:r>
              <a:rPr lang="en-US" dirty="0"/>
              <a:t>The system allows modification of passenger information.</a:t>
            </a:r>
          </a:p>
          <a:p>
            <a:r>
              <a:rPr lang="en-US" dirty="0"/>
              <a:t>It supports cancellation of bookings when required.</a:t>
            </a:r>
          </a:p>
          <a:p>
            <a:r>
              <a:rPr lang="en-US" dirty="0"/>
              <a:t>Special Service Request (SSR) codes can be added and managed.</a:t>
            </a:r>
          </a:p>
          <a:p>
            <a:r>
              <a:rPr lang="en-US" dirty="0"/>
              <a:t>An audit trail is maintained for tracking all changes.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905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37151-DD5E-478E-BA16-D74442A7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Advantages:</a:t>
            </a:r>
            <a:br>
              <a:rPr lang="en-US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84191-F7D9-4042-8F30-1A05200D3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system provides quick access to booking information.</a:t>
            </a:r>
          </a:p>
          <a:p>
            <a:r>
              <a:rPr lang="en-US" dirty="0"/>
              <a:t>It improves accuracy in managing passenger data.</a:t>
            </a:r>
          </a:p>
          <a:p>
            <a:r>
              <a:rPr lang="en-US" dirty="0"/>
              <a:t>It saves time for both users and administrators.</a:t>
            </a:r>
          </a:p>
          <a:p>
            <a:r>
              <a:rPr lang="en-US" dirty="0"/>
              <a:t>It reduces paperwork and manual effort.</a:t>
            </a:r>
          </a:p>
          <a:p>
            <a:r>
              <a:rPr lang="en-US" dirty="0"/>
              <a:t>It ensures better organization of records.</a:t>
            </a:r>
          </a:p>
          <a:p>
            <a:r>
              <a:rPr lang="en-US" dirty="0"/>
              <a:t>It enhances the overall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75762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0CE0-B20C-4429-A2E3-D5C5896CC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Uniqueness of the Audit Trail: </a:t>
            </a:r>
            <a:br>
              <a:rPr lang="en-US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91403-4FAE-40B0-B7CA-EB0455119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b="1" dirty="0"/>
              <a:t>Built into the system:</a:t>
            </a:r>
            <a:r>
              <a:rPr lang="en-US" sz="2200" dirty="0"/>
              <a:t> It’s not hidden in technical logs. Anyone using the PNR Manager can see the changes directly.</a:t>
            </a:r>
          </a:p>
          <a:p>
            <a:r>
              <a:rPr lang="en-US" sz="2200" b="1" dirty="0"/>
              <a:t>Full transparency:</a:t>
            </a:r>
            <a:r>
              <a:rPr lang="en-US" sz="2200" dirty="0"/>
              <a:t> Every update, cancellation, or modification is clearly recorded so nothing goes unnoticed.</a:t>
            </a:r>
          </a:p>
          <a:p>
            <a:r>
              <a:rPr lang="en-US" sz="2200" b="1" dirty="0"/>
              <a:t>Clear details:</a:t>
            </a:r>
            <a:r>
              <a:rPr lang="en-US" sz="2200" dirty="0"/>
              <a:t> It shows who made the change, what was changed, and when it happened no guesswork.</a:t>
            </a:r>
          </a:p>
          <a:p>
            <a:r>
              <a:rPr lang="en-US" sz="2200" b="1" dirty="0"/>
              <a:t>Easy to follow:</a:t>
            </a:r>
            <a:r>
              <a:rPr lang="en-US" sz="2200" dirty="0"/>
              <a:t> Since it works together with history tracking and notifications, keeping track of changes feels simple and user‑friendly.</a:t>
            </a:r>
          </a:p>
          <a:p>
            <a:r>
              <a:rPr lang="en-US" sz="2200" b="1" dirty="0"/>
              <a:t>Adds real value:</a:t>
            </a:r>
            <a:r>
              <a:rPr lang="en-US" sz="2200" dirty="0"/>
              <a:t> Most projects stop at basic booking features. By including an audit trail, this project shows awareness of how real airline systems handle accountability and compliance.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620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3898C-D1C0-48A8-896B-E3A6FB46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</a:t>
            </a:r>
            <a:br>
              <a:rPr lang="en-US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324DB-F13C-42E5-804C-01BFFAA74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PNR System is an essential part of reservation systems.</a:t>
            </a:r>
          </a:p>
          <a:p>
            <a:r>
              <a:rPr lang="en-US" dirty="0"/>
              <a:t>It simplifies the process of managing passenger bookings.</a:t>
            </a:r>
          </a:p>
          <a:p>
            <a:r>
              <a:rPr lang="en-US" dirty="0"/>
              <a:t>It ensures data is stored safely and accessed easily.</a:t>
            </a:r>
          </a:p>
          <a:p>
            <a:r>
              <a:rPr lang="en-US" dirty="0"/>
              <a:t>It improves efficiency and reduces errors.</a:t>
            </a:r>
          </a:p>
          <a:p>
            <a:r>
              <a:rPr lang="en-US" dirty="0"/>
              <a:t>It provides transparency through audit tracking.</a:t>
            </a:r>
          </a:p>
          <a:p>
            <a:r>
              <a:rPr lang="en-US" dirty="0"/>
              <a:t>Overall, it makes booking management reliable and user-friendly.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852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10B1DD0-264A-47E3-A16A-C87AFA51E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20000">
                <a:schemeClr val="tx2">
                  <a:alpha val="70000"/>
                </a:schemeClr>
              </a:gs>
              <a:gs pos="10000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69C1BB7B-F21E-41A2-B30C-D8507B96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DF6D7DDE-F8A1-4105-9729-F9EB5F81A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93519-6B29-1346-9FCB-0835B8053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8B4E1-5F4F-8E4F-97D2-0176CBCC4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5859" y="3886681"/>
            <a:ext cx="2931485" cy="1685652"/>
          </a:xfrm>
        </p:spPr>
        <p:txBody>
          <a:bodyPr>
            <a:normAutofit/>
          </a:bodyPr>
          <a:lstStyle/>
          <a:p>
            <a:pPr algn="r"/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-----Reddy</a:t>
            </a:r>
          </a:p>
        </p:txBody>
      </p:sp>
    </p:spTree>
    <p:extLst>
      <p:ext uri="{BB962C8B-B14F-4D97-AF65-F5344CB8AC3E}">
        <p14:creationId xmlns:p14="http://schemas.microsoft.com/office/powerpoint/2010/main" val="179912091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b385d60f68dd989dca1fdc827799d85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11b479caf7b199da365455750e457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.xml><?xml version="1.0" encoding="utf-8"?>
<ds:datastoreItem xmlns:ds="http://schemas.openxmlformats.org/officeDocument/2006/customXml" ds:itemID="{7FAD4C99-7793-446D-B40E-9C65086CB8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199E8A-3253-45E5-B33A-F34129B7AA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6722C5-B529-4491-808D-2D5A0D242BA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Travel design</Template>
  <TotalTime>0</TotalTime>
  <Words>445</Words>
  <Application>Microsoft Office PowerPoint</Application>
  <PresentationFormat>Widescreen</PresentationFormat>
  <Paragraphs>48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Californian FB</vt:lpstr>
      <vt:lpstr>Franklin Gothic Book</vt:lpstr>
      <vt:lpstr>Crop</vt:lpstr>
      <vt:lpstr>Passenger Name Record (PNR) Manager </vt:lpstr>
      <vt:lpstr>Project Overview:</vt:lpstr>
      <vt:lpstr>Purpose of the System: </vt:lpstr>
      <vt:lpstr>Key Features: </vt:lpstr>
      <vt:lpstr>Advantages: </vt:lpstr>
      <vt:lpstr>Uniqueness of the Audit Trail:  </vt:lpstr>
      <vt:lpstr>Conclusion: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2026-04-23T09:29:56Z</dcterms:created>
  <dcterms:modified xsi:type="dcterms:W3CDTF">2026-04-24T10:18:52Z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